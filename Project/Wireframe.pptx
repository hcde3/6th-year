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B4258-4323-7361-020F-CB534D6D71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47BED2-5FBA-3034-AE65-7AF008E90D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636BD1-93CB-DEC9-0914-9DF9812E9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66151-A13F-407F-97C6-23C97AF130A6}" type="datetimeFigureOut">
              <a:rPr lang="en-IE" smtClean="0"/>
              <a:t>06/03/2025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626C7-4B20-B123-BB81-0CD2C31E4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2D905-0033-1070-5B49-449ACA04B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42B5-3A67-4BCC-A29E-0451D0B8621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71186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7F5B0-3F1B-81AF-9BAF-580281B9F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66207-C0F8-4D29-4A0C-1B638742E0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0D3E75-06D3-0F6A-8CFE-B2AF4964C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66151-A13F-407F-97C6-23C97AF130A6}" type="datetimeFigureOut">
              <a:rPr lang="en-IE" smtClean="0"/>
              <a:t>06/03/2025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68EAFB-6D27-FA1A-8DC6-109AF0A9E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9DD79F-37FE-8FBE-0807-1250CEC1C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42B5-3A67-4BCC-A29E-0451D0B8621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99591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C8EEC-D04C-28F1-7961-FBB9092AD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4CEC47-9AE6-CB0F-94A2-5F35888B08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2ACB7-A4FC-5A45-415B-EBAF48A6D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66151-A13F-407F-97C6-23C97AF130A6}" type="datetimeFigureOut">
              <a:rPr lang="en-IE" smtClean="0"/>
              <a:t>06/03/2025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24811-A5D0-1BC5-DFEA-65E9DF127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9B310F-3C6C-AC33-9998-CA51FE828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42B5-3A67-4BCC-A29E-0451D0B8621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39779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424C2-0E39-1A71-7A53-6EBA5604A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E14A4-2E44-D25D-C67F-49D4D2A88F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F79992-3A38-2D30-B935-D07047C7C1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735240-E04F-F02B-8214-B1326C1A7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66151-A13F-407F-97C6-23C97AF130A6}" type="datetimeFigureOut">
              <a:rPr lang="en-IE" smtClean="0"/>
              <a:t>06/03/2025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C6FA24-3075-C841-24CD-386916FBC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8138D0-D292-7A96-53C7-880A1D790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42B5-3A67-4BCC-A29E-0451D0B8621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79856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69734-52CD-99F4-35C4-0DB1DAE83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9AF91F-DC51-CA52-9EEC-54354EFB54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EA658D-67AE-11B5-EFEF-1A896B46D2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A9F6DF-4BCE-CCD0-8222-4045D1A60B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F15D9A-8E8B-B949-060E-1172792CC8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2A0DA2-6AE3-5501-BEC4-804621A2F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66151-A13F-407F-97C6-23C97AF130A6}" type="datetimeFigureOut">
              <a:rPr lang="en-IE" smtClean="0"/>
              <a:t>06/03/2025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1E0CE8-83D8-39A7-E187-4218B423C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AEE21A-A312-19C1-8742-D4D3F4EA5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42B5-3A67-4BCC-A29E-0451D0B8621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45512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881EC-2627-1268-EEDC-DEB390531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E184C3-2D1E-43F2-53F0-F53E2B52B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66151-A13F-407F-97C6-23C97AF130A6}" type="datetimeFigureOut">
              <a:rPr lang="en-IE" smtClean="0"/>
              <a:t>06/03/2025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3B0325-A7CB-F100-1C65-139E1ACAD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256DEA-B8EE-9ED0-4637-78A9F544D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42B5-3A67-4BCC-A29E-0451D0B8621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10631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437D89-713A-FDB5-85E6-127135DBE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66151-A13F-407F-97C6-23C97AF130A6}" type="datetimeFigureOut">
              <a:rPr lang="en-IE" smtClean="0"/>
              <a:t>06/03/2025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225BA7-EC47-19A7-FDEE-8A7CE84B0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29FC3A-3655-387B-B4DD-C26E6ED17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42B5-3A67-4BCC-A29E-0451D0B8621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44122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97D34-9EED-98D4-C6B6-DC0774699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9C801-84D2-4FC9-FB42-B57304446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9E6AC5-AC10-AB32-F6B2-083ED2C0A5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F05302-82FC-2BF1-0D38-6B7DDF467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66151-A13F-407F-97C6-23C97AF130A6}" type="datetimeFigureOut">
              <a:rPr lang="en-IE" smtClean="0"/>
              <a:t>06/03/2025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EE972A-FA1F-D891-9A1F-1B0AF10DD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48DB36-A5B3-B123-2F1E-0E3A5AF3F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42B5-3A67-4BCC-A29E-0451D0B8621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0751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12EFB-574C-A1A6-F77E-33988D6EF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72D0E4-7797-ED12-B3F0-9CC26D14DD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F17B0E-54AA-768B-02BA-4876FE2E72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C794D6-45A3-3765-B2E6-3C84C1B67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66151-A13F-407F-97C6-23C97AF130A6}" type="datetimeFigureOut">
              <a:rPr lang="en-IE" smtClean="0"/>
              <a:t>06/03/2025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38623B-DC05-DF83-768B-551D5834B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E06922-9660-E1AA-4FAB-E4C051006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42B5-3A67-4BCC-A29E-0451D0B8621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2840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9D841-4130-C2F1-3266-8BFAA5768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0994DE-3A96-D8AA-6C46-CF5792EE08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E160F-7BB5-F7BF-57DC-7716B2011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66151-A13F-407F-97C6-23C97AF130A6}" type="datetimeFigureOut">
              <a:rPr lang="en-IE" smtClean="0"/>
              <a:t>06/03/2025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7A9EE3-1F71-FD71-1047-5E7F84C0F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F86C79-C3A2-EEBA-462A-E30ECA5CF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42B5-3A67-4BCC-A29E-0451D0B8621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9897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8CC066-9E17-AE01-BB9A-779F8EC01E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555941-A680-1C4F-6E95-B533B6A83A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BCF54-9054-8177-6841-EA4924162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66151-A13F-407F-97C6-23C97AF130A6}" type="datetimeFigureOut">
              <a:rPr lang="en-IE" smtClean="0"/>
              <a:t>06/03/2025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5D7A7-5116-CCBE-3F69-C41F23873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7CB1E-8BF8-87CB-6365-734FC941A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42B5-3A67-4BCC-A29E-0451D0B8621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22912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AAA6E6-0564-4E0D-510D-1A061C3F0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88091D-1650-AEDE-32FB-65E7990F6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674592-C285-5EBB-4C0D-6529EE2C62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A66151-A13F-407F-97C6-23C97AF130A6}" type="datetimeFigureOut">
              <a:rPr lang="en-IE" smtClean="0"/>
              <a:t>06/03/2025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BF799-62B7-A509-A3AD-0005D8D6E2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1D622D-8F1A-5E3B-E6A4-A21F9E334C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4042B5-3A67-4BCC-A29E-0451D0B8621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5603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3A0D1E4-D439-B1A2-2732-986457B25E7D}"/>
              </a:ext>
            </a:extLst>
          </p:cNvPr>
          <p:cNvSpPr/>
          <p:nvPr/>
        </p:nvSpPr>
        <p:spPr>
          <a:xfrm>
            <a:off x="0" y="0"/>
            <a:ext cx="12192000" cy="350378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>
                <a:solidFill>
                  <a:schemeClr val="tx1"/>
                </a:solidFill>
              </a:rPr>
              <a:t>Navigation Bar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6589C5-5016-260E-6CE4-AE4A99E4105C}"/>
              </a:ext>
            </a:extLst>
          </p:cNvPr>
          <p:cNvSpPr/>
          <p:nvPr/>
        </p:nvSpPr>
        <p:spPr>
          <a:xfrm>
            <a:off x="0" y="519869"/>
            <a:ext cx="12192000" cy="599629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>
                <a:solidFill>
                  <a:schemeClr val="tx1"/>
                </a:solidFill>
              </a:rPr>
              <a:t>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27B3A5-2B06-26F6-F052-5FCB3E8AF3BC}"/>
              </a:ext>
            </a:extLst>
          </p:cNvPr>
          <p:cNvSpPr/>
          <p:nvPr/>
        </p:nvSpPr>
        <p:spPr>
          <a:xfrm>
            <a:off x="1" y="2888479"/>
            <a:ext cx="1052556" cy="1052556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CF84D32-104F-2377-0E7B-56B3007BF623}"/>
              </a:ext>
            </a:extLst>
          </p:cNvPr>
          <p:cNvCxnSpPr/>
          <p:nvPr/>
        </p:nvCxnSpPr>
        <p:spPr>
          <a:xfrm flipH="1" flipV="1">
            <a:off x="0" y="2905570"/>
            <a:ext cx="1034041" cy="10254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DB0B98-ED37-8914-3F00-987276D1BF03}"/>
              </a:ext>
            </a:extLst>
          </p:cNvPr>
          <p:cNvCxnSpPr/>
          <p:nvPr/>
        </p:nvCxnSpPr>
        <p:spPr>
          <a:xfrm flipV="1">
            <a:off x="0" y="2888479"/>
            <a:ext cx="1052556" cy="10525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B8C0DBD-5E4B-891B-5BE1-99F056993783}"/>
              </a:ext>
            </a:extLst>
          </p:cNvPr>
          <p:cNvSpPr txBox="1"/>
          <p:nvPr/>
        </p:nvSpPr>
        <p:spPr>
          <a:xfrm>
            <a:off x="-21308" y="2659349"/>
            <a:ext cx="10951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sz="1000" dirty="0" err="1"/>
              <a:t>Earthlike</a:t>
            </a:r>
            <a:r>
              <a:rPr lang="en-IE" sz="1000" dirty="0"/>
              <a:t> Picture</a:t>
            </a:r>
          </a:p>
        </p:txBody>
      </p:sp>
    </p:spTree>
    <p:extLst>
      <p:ext uri="{BB962C8B-B14F-4D97-AF65-F5344CB8AC3E}">
        <p14:creationId xmlns:p14="http://schemas.microsoft.com/office/powerpoint/2010/main" val="4002643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19HDaniel.ACC</dc:creator>
  <cp:lastModifiedBy>19HDaniel.ACC</cp:lastModifiedBy>
  <cp:revision>1</cp:revision>
  <dcterms:created xsi:type="dcterms:W3CDTF">2025-03-06T10:56:24Z</dcterms:created>
  <dcterms:modified xsi:type="dcterms:W3CDTF">2025-03-06T10:58:17Z</dcterms:modified>
</cp:coreProperties>
</file>