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8C35E-8065-C788-8C4D-35C84CDC6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81CC5-2058-9E8A-882F-47FD6A599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E0BE8-1B06-8096-8EEE-0F3290D99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1F46-82CF-4ED3-94F0-54A3EA1723DF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695FC-FC5D-4007-DBEF-B2DB7E403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AC22C-0426-B65D-CFF8-EBEB0263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D406-5A83-4844-B8B0-66D03224A21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14992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4E8DD-1C84-FF32-C8A2-E1D7A2FFB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05562-10EB-61C5-ECD7-809CD3FB9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BDBAA-78B4-C2CB-85D8-B1E450A33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1F46-82CF-4ED3-94F0-54A3EA1723DF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278B1-6657-D8DF-46D0-A976C8C8C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BAE5E-700C-58EF-8C08-1C560C4C9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D406-5A83-4844-B8B0-66D03224A21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31408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BD1B-BF18-B947-2B68-88B14B976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BE5D1-C473-C9BD-CE4C-C6DA36CE5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2DD19-9F93-9A92-1C13-1F63D7103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1F46-82CF-4ED3-94F0-54A3EA1723DF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1F269-20EC-3418-A3CE-BFC96463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3C6E2-EFDC-A899-3F83-E8878748D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D406-5A83-4844-B8B0-66D03224A21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84723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67C41-DEDF-968E-DA51-E07D98EC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A5E3C-8AB2-0D7A-D923-0B6F900D38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55E79-4874-270A-D2F6-225FBEC6C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47B4F-DD59-50E5-B5F3-097DCF030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1F46-82CF-4ED3-94F0-54A3EA1723DF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1B8B3-18EB-A293-D051-BA5485E73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2FFE6-EE66-F695-F58B-ABFBCFC1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D406-5A83-4844-B8B0-66D03224A21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70323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48686-F5DB-F485-01FA-24797D43C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2DBF1-4A2E-7CB8-8E37-719CAEFB3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67454-6EF9-1A11-DD98-C32EF628F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23C58-BB3A-0D18-13AF-6B7CC8B7A7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7A9132-181F-E9EB-56B3-9E53CF697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F3814D-6015-BEC8-7C72-D17D1D5FB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1F46-82CF-4ED3-94F0-54A3EA1723DF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762340-2EE6-CB6D-068A-7D48D8768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DCAA50-CDDC-A52F-17F9-2B0424B17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D406-5A83-4844-B8B0-66D03224A21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6554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DF243-630C-0853-BE1F-5A09B701A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9A5D28-B961-FC84-6481-B3AA2FA36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1F46-82CF-4ED3-94F0-54A3EA1723DF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60ED7D-4CD0-A47E-887F-88532BC01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80C052-CC82-FCD4-C0C0-40473B294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D406-5A83-4844-B8B0-66D03224A21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2354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F02AA1-C437-4E35-F59B-39ED70542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1F46-82CF-4ED3-94F0-54A3EA1723DF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82B4B-E114-9C36-9D78-2FCF0ACC3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BFBDE-5E7F-FE92-F1E2-821C51A8D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D406-5A83-4844-B8B0-66D03224A21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7022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1DE35-EF4C-78EA-D6DF-99D42CFFB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8B797-8B8D-DDC1-5C9B-F2F6D3F8F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7FADD-12C7-BFFD-9B5C-E706D963E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66DC9-C338-5B11-8E78-ACCD78904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1F46-82CF-4ED3-94F0-54A3EA1723DF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F3B1A-3CA5-0428-FA54-6F4EC4487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56C14-CD5C-3AA5-804C-8615C61C4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D406-5A83-4844-B8B0-66D03224A21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13004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EF565-335F-2F49-B4BC-B885A4348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1EFDFB-290C-301A-5257-8E504DF4A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74D2C-9E5E-A210-2A5B-E0EDB3A83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E738F-C191-F071-BE3E-875300C73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1F46-82CF-4ED3-94F0-54A3EA1723DF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64CA2-1008-BF0D-C3C1-DE094AB38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60E9A-9E4F-05F2-281F-CC1C7A2D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D406-5A83-4844-B8B0-66D03224A21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24810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C84BA-12C2-992B-A594-A13CC1CB8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29CC5-2909-A37D-165C-55F63267E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8C1E2-1C57-354B-0CDE-4699D4503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1F46-82CF-4ED3-94F0-54A3EA1723DF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50D50-6A76-2A84-74C3-F524A72F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E8339-5534-DED1-C25C-AA113AEAB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D406-5A83-4844-B8B0-66D03224A21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07325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6166DC-FAE0-1D20-5631-D680949BAA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AEFF28-06F5-3DDB-C20B-26808C862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50BD8-36FF-A74B-8424-11651B064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1F46-82CF-4ED3-94F0-54A3EA1723DF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2D322-B32E-B86B-3E1D-0064725EA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47730-BFDF-28AF-7EB4-844C54801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D406-5A83-4844-B8B0-66D03224A21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82095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5D9036-49F9-F4AF-718A-56E148FC8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98CEB-B67C-789D-6B79-06DEBA0D9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7C3E4-8B4C-C1C9-835A-05F705986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741F46-82CF-4ED3-94F0-54A3EA1723DF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FA811-10A4-FA21-92C1-BBE0E8637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EC2B8-7D2D-81E0-F7FB-6568D37F21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86D406-5A83-4844-B8B0-66D03224A21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30695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iley Face 3">
            <a:extLst>
              <a:ext uri="{FF2B5EF4-FFF2-40B4-BE49-F238E27FC236}">
                <a16:creationId xmlns:a16="http://schemas.microsoft.com/office/drawing/2014/main" id="{F86C234A-B299-0ABE-4727-B3937676B1AF}"/>
              </a:ext>
            </a:extLst>
          </p:cNvPr>
          <p:cNvSpPr/>
          <p:nvPr/>
        </p:nvSpPr>
        <p:spPr>
          <a:xfrm>
            <a:off x="4795877" y="520044"/>
            <a:ext cx="905854" cy="905854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48617B-C5DA-51AB-7E12-25D1C72FFDD6}"/>
              </a:ext>
            </a:extLst>
          </p:cNvPr>
          <p:cNvSpPr txBox="1"/>
          <p:nvPr/>
        </p:nvSpPr>
        <p:spPr>
          <a:xfrm>
            <a:off x="4795877" y="167012"/>
            <a:ext cx="90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dirty="0"/>
              <a:t>USER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285376-FDF7-C380-E33A-D57CE846EA74}"/>
              </a:ext>
            </a:extLst>
          </p:cNvPr>
          <p:cNvSpPr/>
          <p:nvPr/>
        </p:nvSpPr>
        <p:spPr>
          <a:xfrm>
            <a:off x="6385214" y="1771650"/>
            <a:ext cx="1168977" cy="116897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Data Reading &amp; Cleaning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3C88073A-A631-02CE-B95E-782C6E86DC24}"/>
              </a:ext>
            </a:extLst>
          </p:cNvPr>
          <p:cNvCxnSpPr>
            <a:stCxn id="4" idx="6"/>
            <a:endCxn id="6" idx="0"/>
          </p:cNvCxnSpPr>
          <p:nvPr/>
        </p:nvCxnSpPr>
        <p:spPr>
          <a:xfrm>
            <a:off x="5701731" y="972971"/>
            <a:ext cx="1267972" cy="798679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ylinder 8">
            <a:extLst>
              <a:ext uri="{FF2B5EF4-FFF2-40B4-BE49-F238E27FC236}">
                <a16:creationId xmlns:a16="http://schemas.microsoft.com/office/drawing/2014/main" id="{8995E4D5-6C87-1265-99BE-D08C3DFD7035}"/>
              </a:ext>
            </a:extLst>
          </p:cNvPr>
          <p:cNvSpPr/>
          <p:nvPr/>
        </p:nvSpPr>
        <p:spPr>
          <a:xfrm>
            <a:off x="4799087" y="4128241"/>
            <a:ext cx="2009774" cy="1781176"/>
          </a:xfrm>
          <a:prstGeom prst="can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Cleaned Raw Data ready to be used in analytics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5363CBC-F26E-38E6-70C4-0138EC8F391D}"/>
              </a:ext>
            </a:extLst>
          </p:cNvPr>
          <p:cNvCxnSpPr>
            <a:cxnSpLocks/>
            <a:stCxn id="6" idx="2"/>
            <a:endCxn id="9" idx="1"/>
          </p:cNvCxnSpPr>
          <p:nvPr/>
        </p:nvCxnSpPr>
        <p:spPr>
          <a:xfrm rot="5400000">
            <a:off x="5793032" y="2951570"/>
            <a:ext cx="1187614" cy="1165729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ABECC92-13B9-D198-7A15-359B1F6B231C}"/>
              </a:ext>
            </a:extLst>
          </p:cNvPr>
          <p:cNvSpPr/>
          <p:nvPr/>
        </p:nvSpPr>
        <p:spPr>
          <a:xfrm>
            <a:off x="8010092" y="1766454"/>
            <a:ext cx="1743508" cy="1272021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Graphical Analytics and Statistical Analytics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1C6FFE71-F979-2BDE-C823-AB1E315DBF9F}"/>
              </a:ext>
            </a:extLst>
          </p:cNvPr>
          <p:cNvCxnSpPr>
            <a:cxnSpLocks/>
            <a:stCxn id="9" idx="4"/>
            <a:endCxn id="12" idx="2"/>
          </p:cNvCxnSpPr>
          <p:nvPr/>
        </p:nvCxnSpPr>
        <p:spPr>
          <a:xfrm flipV="1">
            <a:off x="6808861" y="3038475"/>
            <a:ext cx="2072985" cy="1980354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3A8357F7-E209-C5C6-E17B-6DD3E137C946}"/>
              </a:ext>
            </a:extLst>
          </p:cNvPr>
          <p:cNvCxnSpPr>
            <a:stCxn id="4" idx="6"/>
            <a:endCxn id="12" idx="0"/>
          </p:cNvCxnSpPr>
          <p:nvPr/>
        </p:nvCxnSpPr>
        <p:spPr>
          <a:xfrm>
            <a:off x="5701731" y="972971"/>
            <a:ext cx="3180115" cy="793483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ylinder 16">
            <a:extLst>
              <a:ext uri="{FF2B5EF4-FFF2-40B4-BE49-F238E27FC236}">
                <a16:creationId xmlns:a16="http://schemas.microsoft.com/office/drawing/2014/main" id="{56B51852-E03A-9E65-2D89-65C34FEA9EC2}"/>
              </a:ext>
            </a:extLst>
          </p:cNvPr>
          <p:cNvSpPr/>
          <p:nvPr/>
        </p:nvSpPr>
        <p:spPr>
          <a:xfrm>
            <a:off x="6872072" y="5082872"/>
            <a:ext cx="2009774" cy="1781176"/>
          </a:xfrm>
          <a:prstGeom prst="can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Database with Analytics and Graph Data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766C86C-A608-EBDE-DF00-BEC5736241EB}"/>
              </a:ext>
            </a:extLst>
          </p:cNvPr>
          <p:cNvCxnSpPr>
            <a:cxnSpLocks/>
            <a:stCxn id="12" idx="3"/>
            <a:endCxn id="17" idx="4"/>
          </p:cNvCxnSpPr>
          <p:nvPr/>
        </p:nvCxnSpPr>
        <p:spPr>
          <a:xfrm flipH="1">
            <a:off x="8881846" y="2402465"/>
            <a:ext cx="871754" cy="3570995"/>
          </a:xfrm>
          <a:prstGeom prst="bentConnector3">
            <a:avLst>
              <a:gd name="adj1" fmla="val -26223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80CC384-F80D-4044-2D9E-EAF405F4594F}"/>
              </a:ext>
            </a:extLst>
          </p:cNvPr>
          <p:cNvSpPr/>
          <p:nvPr/>
        </p:nvSpPr>
        <p:spPr>
          <a:xfrm>
            <a:off x="2315010" y="2896239"/>
            <a:ext cx="1467716" cy="817871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Web Engine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63291F-37B5-FA88-CAC4-DDDDF3F94401}"/>
              </a:ext>
            </a:extLst>
          </p:cNvPr>
          <p:cNvSpPr/>
          <p:nvPr/>
        </p:nvSpPr>
        <p:spPr>
          <a:xfrm>
            <a:off x="2318257" y="1766057"/>
            <a:ext cx="1467716" cy="817871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Web UI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D601B7-0908-4344-D13B-1B8B731CF7D5}"/>
              </a:ext>
            </a:extLst>
          </p:cNvPr>
          <p:cNvSpPr/>
          <p:nvPr/>
        </p:nvSpPr>
        <p:spPr>
          <a:xfrm>
            <a:off x="209796" y="2896238"/>
            <a:ext cx="1467716" cy="817871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Survey Engine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D69C0A-88C5-0734-A0FC-0D815F846A05}"/>
              </a:ext>
            </a:extLst>
          </p:cNvPr>
          <p:cNvSpPr/>
          <p:nvPr/>
        </p:nvSpPr>
        <p:spPr>
          <a:xfrm>
            <a:off x="209796" y="1768221"/>
            <a:ext cx="1467716" cy="817871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Survey UI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83116CEF-DC7D-6F24-5313-88B23424A43E}"/>
              </a:ext>
            </a:extLst>
          </p:cNvPr>
          <p:cNvCxnSpPr>
            <a:stCxn id="4" idx="2"/>
            <a:endCxn id="24" idx="0"/>
          </p:cNvCxnSpPr>
          <p:nvPr/>
        </p:nvCxnSpPr>
        <p:spPr>
          <a:xfrm rot="10800000" flipV="1">
            <a:off x="3052115" y="972971"/>
            <a:ext cx="1743762" cy="793086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16A1B804-027F-928C-F4A5-611991E76926}"/>
              </a:ext>
            </a:extLst>
          </p:cNvPr>
          <p:cNvCxnSpPr>
            <a:stCxn id="4" idx="2"/>
            <a:endCxn id="26" idx="0"/>
          </p:cNvCxnSpPr>
          <p:nvPr/>
        </p:nvCxnSpPr>
        <p:spPr>
          <a:xfrm rot="10800000" flipV="1">
            <a:off x="943655" y="972971"/>
            <a:ext cx="3852223" cy="795250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3EA38897-6DB0-C73A-AD90-E54C7D4CE74C}"/>
              </a:ext>
            </a:extLst>
          </p:cNvPr>
          <p:cNvCxnSpPr>
            <a:stCxn id="23" idx="0"/>
            <a:endCxn id="24" idx="2"/>
          </p:cNvCxnSpPr>
          <p:nvPr/>
        </p:nvCxnSpPr>
        <p:spPr>
          <a:xfrm rot="5400000" flipH="1" flipV="1">
            <a:off x="2894336" y="2738461"/>
            <a:ext cx="312311" cy="3247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09A2018F-268F-42C4-8C8A-8CE993C1FAF1}"/>
              </a:ext>
            </a:extLst>
          </p:cNvPr>
          <p:cNvCxnSpPr>
            <a:stCxn id="25" idx="0"/>
            <a:endCxn id="26" idx="2"/>
          </p:cNvCxnSpPr>
          <p:nvPr/>
        </p:nvCxnSpPr>
        <p:spPr>
          <a:xfrm rot="5400000" flipH="1" flipV="1">
            <a:off x="788581" y="2741165"/>
            <a:ext cx="310146" cy="12700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57EB48B8-4A99-7C11-2AC6-736915F9901D}"/>
              </a:ext>
            </a:extLst>
          </p:cNvPr>
          <p:cNvCxnSpPr>
            <a:cxnSpLocks/>
            <a:stCxn id="17" idx="2"/>
            <a:endCxn id="23" idx="2"/>
          </p:cNvCxnSpPr>
          <p:nvPr/>
        </p:nvCxnSpPr>
        <p:spPr>
          <a:xfrm rot="10800000">
            <a:off x="3048868" y="3714110"/>
            <a:ext cx="3823204" cy="2259350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ylinder 40">
            <a:extLst>
              <a:ext uri="{FF2B5EF4-FFF2-40B4-BE49-F238E27FC236}">
                <a16:creationId xmlns:a16="http://schemas.microsoft.com/office/drawing/2014/main" id="{9312254A-D554-8769-1FA8-287FAB4654AA}"/>
              </a:ext>
            </a:extLst>
          </p:cNvPr>
          <p:cNvSpPr/>
          <p:nvPr/>
        </p:nvSpPr>
        <p:spPr>
          <a:xfrm>
            <a:off x="457200" y="5187193"/>
            <a:ext cx="2124075" cy="1366007"/>
          </a:xfrm>
          <a:prstGeom prst="can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User Data from Survey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0BCFA6E2-9C7F-9A8A-05DA-EEA87944F6B9}"/>
              </a:ext>
            </a:extLst>
          </p:cNvPr>
          <p:cNvCxnSpPr>
            <a:stCxn id="26" idx="3"/>
            <a:endCxn id="41" idx="1"/>
          </p:cNvCxnSpPr>
          <p:nvPr/>
        </p:nvCxnSpPr>
        <p:spPr>
          <a:xfrm flipH="1">
            <a:off x="1519238" y="2177157"/>
            <a:ext cx="158274" cy="3010036"/>
          </a:xfrm>
          <a:prstGeom prst="bentConnector4">
            <a:avLst>
              <a:gd name="adj1" fmla="val -144433"/>
              <a:gd name="adj2" fmla="val 56793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FFEC47E5-9FE3-5E50-900E-29D178661B01}"/>
              </a:ext>
            </a:extLst>
          </p:cNvPr>
          <p:cNvCxnSpPr>
            <a:stCxn id="41" idx="2"/>
            <a:endCxn id="25" idx="2"/>
          </p:cNvCxnSpPr>
          <p:nvPr/>
        </p:nvCxnSpPr>
        <p:spPr>
          <a:xfrm rot="10800000" flipH="1">
            <a:off x="457200" y="3714109"/>
            <a:ext cx="486454" cy="2156088"/>
          </a:xfrm>
          <a:prstGeom prst="bentConnector4">
            <a:avLst>
              <a:gd name="adj1" fmla="val -46993"/>
              <a:gd name="adj2" fmla="val 65839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ylinder 54">
            <a:extLst>
              <a:ext uri="{FF2B5EF4-FFF2-40B4-BE49-F238E27FC236}">
                <a16:creationId xmlns:a16="http://schemas.microsoft.com/office/drawing/2014/main" id="{C326332E-61A0-89E0-61E9-D59B6D955FEE}"/>
              </a:ext>
            </a:extLst>
          </p:cNvPr>
          <p:cNvSpPr/>
          <p:nvPr/>
        </p:nvSpPr>
        <p:spPr>
          <a:xfrm>
            <a:off x="3586162" y="4389746"/>
            <a:ext cx="957186" cy="1519671"/>
          </a:xfrm>
          <a:prstGeom prst="can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Raw Data in CSV file</a:t>
            </a: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9F338C97-BB48-D38E-7C2D-8DA6D762F437}"/>
              </a:ext>
            </a:extLst>
          </p:cNvPr>
          <p:cNvCxnSpPr>
            <a:stCxn id="55" idx="1"/>
            <a:endCxn id="6" idx="1"/>
          </p:cNvCxnSpPr>
          <p:nvPr/>
        </p:nvCxnSpPr>
        <p:spPr>
          <a:xfrm rot="5400000" flipH="1" flipV="1">
            <a:off x="4208181" y="2212714"/>
            <a:ext cx="2033607" cy="2320459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7BCE19D2-69AE-4A59-EBFD-D275E14373D6}"/>
              </a:ext>
            </a:extLst>
          </p:cNvPr>
          <p:cNvSpPr/>
          <p:nvPr/>
        </p:nvSpPr>
        <p:spPr>
          <a:xfrm>
            <a:off x="0" y="4011194"/>
            <a:ext cx="12192000" cy="2846806"/>
          </a:xfrm>
          <a:prstGeom prst="rect">
            <a:avLst/>
          </a:prstGeom>
          <a:noFill/>
          <a:ln w="76200">
            <a:solidFill>
              <a:schemeClr val="accent5">
                <a:lumMod val="60000"/>
                <a:lumOff val="4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C5625A2-B2CB-E08C-73DF-23C1BEE6FDCC}"/>
              </a:ext>
            </a:extLst>
          </p:cNvPr>
          <p:cNvSpPr/>
          <p:nvPr/>
        </p:nvSpPr>
        <p:spPr>
          <a:xfrm>
            <a:off x="6095999" y="580536"/>
            <a:ext cx="4714875" cy="3308673"/>
          </a:xfrm>
          <a:prstGeom prst="rect">
            <a:avLst/>
          </a:prstGeom>
          <a:noFill/>
          <a:ln w="76200">
            <a:solidFill>
              <a:schemeClr val="accent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B05030C-0C52-4C99-61FD-0E7184771259}"/>
              </a:ext>
            </a:extLst>
          </p:cNvPr>
          <p:cNvSpPr/>
          <p:nvPr/>
        </p:nvSpPr>
        <p:spPr>
          <a:xfrm>
            <a:off x="66819" y="1376568"/>
            <a:ext cx="3823206" cy="1362605"/>
          </a:xfrm>
          <a:prstGeom prst="rect">
            <a:avLst/>
          </a:prstGeom>
          <a:noFill/>
          <a:ln w="76200">
            <a:solidFill>
              <a:srgbClr val="0070C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ED5A09-40DF-35A5-35B9-AD0309398816}"/>
              </a:ext>
            </a:extLst>
          </p:cNvPr>
          <p:cNvSpPr/>
          <p:nvPr/>
        </p:nvSpPr>
        <p:spPr>
          <a:xfrm>
            <a:off x="29726" y="2851720"/>
            <a:ext cx="3823206" cy="974936"/>
          </a:xfrm>
          <a:prstGeom prst="rect">
            <a:avLst/>
          </a:prstGeom>
          <a:noFill/>
          <a:ln w="76200">
            <a:solidFill>
              <a:srgbClr val="FFC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A0900F0-0774-29CC-F78D-19766B86229C}"/>
              </a:ext>
            </a:extLst>
          </p:cNvPr>
          <p:cNvSpPr txBox="1"/>
          <p:nvPr/>
        </p:nvSpPr>
        <p:spPr>
          <a:xfrm>
            <a:off x="7653121" y="230693"/>
            <a:ext cx="1525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b="1" dirty="0">
                <a:solidFill>
                  <a:schemeClr val="accent6"/>
                </a:solidFill>
              </a:rPr>
              <a:t>Python Code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64FA201-C12E-BA95-31CD-07BE45F6FFA0}"/>
              </a:ext>
            </a:extLst>
          </p:cNvPr>
          <p:cNvSpPr txBox="1"/>
          <p:nvPr/>
        </p:nvSpPr>
        <p:spPr>
          <a:xfrm>
            <a:off x="10115505" y="3943575"/>
            <a:ext cx="130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Databases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5518A81-AA1A-BD55-49D3-4B6E92DE1A15}"/>
              </a:ext>
            </a:extLst>
          </p:cNvPr>
          <p:cNvSpPr txBox="1"/>
          <p:nvPr/>
        </p:nvSpPr>
        <p:spPr>
          <a:xfrm>
            <a:off x="3875361" y="1555613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b="1" dirty="0">
                <a:solidFill>
                  <a:srgbClr val="0070C0"/>
                </a:solidFill>
              </a:rPr>
              <a:t>Html Code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400C5A-E51D-4B1C-C4A5-66F899E3C044}"/>
              </a:ext>
            </a:extLst>
          </p:cNvPr>
          <p:cNvSpPr txBox="1"/>
          <p:nvPr/>
        </p:nvSpPr>
        <p:spPr>
          <a:xfrm>
            <a:off x="3931984" y="3077714"/>
            <a:ext cx="1868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b="1" dirty="0">
                <a:solidFill>
                  <a:srgbClr val="FFC000"/>
                </a:solidFill>
              </a:rPr>
              <a:t>JavaScript Code</a:t>
            </a:r>
          </a:p>
        </p:txBody>
      </p:sp>
    </p:spTree>
    <p:extLst>
      <p:ext uri="{BB962C8B-B14F-4D97-AF65-F5344CB8AC3E}">
        <p14:creationId xmlns:p14="http://schemas.microsoft.com/office/powerpoint/2010/main" val="972304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49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19HDaniel.ACC</dc:creator>
  <cp:lastModifiedBy>19HDaniel.ACC</cp:lastModifiedBy>
  <cp:revision>1</cp:revision>
  <dcterms:created xsi:type="dcterms:W3CDTF">2025-03-06T10:14:43Z</dcterms:created>
  <dcterms:modified xsi:type="dcterms:W3CDTF">2025-03-06T10:46:20Z</dcterms:modified>
</cp:coreProperties>
</file>